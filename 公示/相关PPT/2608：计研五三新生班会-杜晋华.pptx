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06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645920"/>
            <a:ext cx="4206240" cy="4206240"/>
          </a:xfrm>
          <a:prstGeom prst="ellipse">
            <a:avLst/>
          </a:prstGeom>
          <a:solidFill>
            <a:srgbClr val="6608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660874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3246120"/>
            <a:ext cx="1051560" cy="1051560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D9C7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清华大学计算机系 · 计研五三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级新生班会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同心致远 ｜ 向新而行 ｜ 团结奋进 · 追求卓越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B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组织：带班助理 杜晋华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B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8 月 31 日（周一）17:00-18:00 ｜ 自强科技楼 301A（支持线上）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今日议程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47672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292608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66087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集体情况介绍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支部概况 · 荣誉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组织架构与日常运转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33472" y="1417320"/>
            <a:ext cx="1947672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417320"/>
            <a:ext cx="64008" cy="292608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2072" y="1691640"/>
            <a:ext cx="566928" cy="566928"/>
          </a:xfrm>
          <a:prstGeom prst="ellipse">
            <a:avLst/>
          </a:prstGeom>
          <a:solidFill>
            <a:srgbClr val="660874"/>
          </a:solidFill>
          <a:ln/>
        </p:spPr>
      </p:sp>
      <p:sp>
        <p:nvSpPr>
          <p:cNvPr id="13" name="Text 11"/>
          <p:cNvSpPr/>
          <p:nvPr/>
        </p:nvSpPr>
        <p:spPr>
          <a:xfrm>
            <a:off x="2862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62072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成员介绍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862072" y="29260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社工岗位分工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级新生个人介绍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64024" y="1417320"/>
            <a:ext cx="1947672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64024" y="1417320"/>
            <a:ext cx="64008" cy="292608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8" name="Shape 16"/>
          <p:cNvSpPr/>
          <p:nvPr/>
        </p:nvSpPr>
        <p:spPr>
          <a:xfrm>
            <a:off x="4992624" y="1691640"/>
            <a:ext cx="566928" cy="566928"/>
          </a:xfrm>
          <a:prstGeom prst="ellipse">
            <a:avLst/>
          </a:prstGeom>
          <a:solidFill>
            <a:srgbClr val="660874"/>
          </a:solidFill>
          <a:ln/>
        </p:spPr>
      </p:sp>
      <p:sp>
        <p:nvSpPr>
          <p:cNvPr id="19" name="Text 17"/>
          <p:cNvSpPr/>
          <p:nvPr/>
        </p:nvSpPr>
        <p:spPr>
          <a:xfrm>
            <a:off x="4992624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92624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德育组织生活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992624" y="29260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八月组织生活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（陈予菲 主讲）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94576" y="1417320"/>
            <a:ext cx="1947672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94576" y="1417320"/>
            <a:ext cx="64008" cy="2926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7123176" y="16916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7123176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23176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123176" y="29260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新生问卷中的问题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与现场自由提问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集体情况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认识计研五三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029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324612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清华大学计算机系软件所纵向班级（党支部 + 团支部 + 班委会一体运行）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覆盖各课题组、各年龄段：硕士 / 博士 / 领军工程博士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我的角色：研究生阶段的辅导员，科研学习工作生活心理上的问题都欢迎找我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班级主页：dujh22.github.io/THUCS53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1463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371600"/>
            <a:ext cx="64008" cy="1554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870448" y="153619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870448" y="202996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级新成员加入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60920" y="1371600"/>
            <a:ext cx="1463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371600"/>
            <a:ext cx="64008" cy="1554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470648" y="153619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次/月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70648" y="202996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组织生活（周四下午为主）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3063240"/>
            <a:ext cx="1463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3063240"/>
            <a:ext cx="64008" cy="1554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5870448" y="32278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870448" y="372160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每人研究生阶段组织一次活动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3063240"/>
            <a:ext cx="1463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0" y="3063240"/>
            <a:ext cx="64008" cy="1554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470648" y="32278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2~3 次/年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470648" y="3721608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党员轮值参与（原强制 12 次）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集体情况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组织架构：三套体系一体运行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324612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72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 党支部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杜晋华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党支书（助理兼任）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夏箫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组织委员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齐韵嘉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宣传委员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田钧锐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纪检委员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潘喜瑞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青年委员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64008" cy="324612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72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团支部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20440" y="20574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汪子涵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团支书（24 级班长）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全体团员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团务 · “一二·九”合唱动员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推优入党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团员发展和团籍管理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060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371600"/>
            <a:ext cx="64008" cy="324612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72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班委会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杜晋华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带班助理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骆科运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带班副助理（26 级）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袁琳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级新生班长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王旭佳 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文体委员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集体情况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支部四大特色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一体发展 · 支部共建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97510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党团班一体化，支委逐月工作计划，每周工作公示，服务全体同学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90872" y="1371600"/>
            <a:ext cx="395020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37160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946904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五育并举 · 接续创新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46904" y="197510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德智体美劳全面覆盖：理论学习、党课、体育、美育参观、志愿实践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395020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06324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人人为我 · 我为人人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36667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每位同学研究生阶段组织一次活动，有完整流程指引与支委对接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90872" y="3063240"/>
            <a:ext cx="395020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306324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4946904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星星之火 · 可以燎原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46904" y="36667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党员轮值制：在校党员轮值参加线下，非在校党员提交活动感想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集体情况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日常运转：组织生活怎么参加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324612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每月组织生活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一般安排在第三/四周周四下午，特殊情况会调整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全体同学：20-40 分钟交流科研方向与进展，寻找协作点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每人轮值组织一次：从问卷调研到总结推送，支委全程对接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统一说明见飞书表格「五三逐月活动组织统一说明」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776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71600"/>
            <a:ext cx="64008" cy="3246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党员轮值制（新）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08483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在校党员：轮替强制参与线下，每年约 2~3 次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非在校党员：轮替提供活动感想（3 句话即可）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其他党员和积极分子：按兴趣参与，按要求建议参加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参与后请在腾讯文档「五三代表参与活动记录」对应单元格填 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成员介绍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社工岗位一览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4389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08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087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杜晋华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党支书 · 带班助理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信息传达、资源协调、发展转正、推送录入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骆科运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带班副助理（26 级）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协助带班助理日常工作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袁琳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 级新生班长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新生相关事务、班级文体活动俱乐部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王旭佳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文体委员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文体活动组织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汪子涵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团支书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团务、“一二·九”合唱动员、推优入党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夏箫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组织委员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党员发展、教育、考察与管理，活动问卷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齐韵嘉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宣传委员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理论学习与文化宣传，总结稿校验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田钧锐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纪检委员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活动签到与考勤、党费提醒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潘喜瑞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青年委员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青年活动组织与人才培育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陈予菲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八月轮值负责人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3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本月德育组织生活（新生班会专场）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成员介绍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级新生个人介绍（1/2）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" y="1517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王浩然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0664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东昱晓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" y="2176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来自山东；中共党员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517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廖致远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29584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东昱晓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9584" y="2176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来自河南；乒乓球与动漫；多模态大语言模型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517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毕嘉仪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18504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冯铃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18504" y="2176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来自北京；排球爱好者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06324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32095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王浚杰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40664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 · 李涓子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0664" y="38679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来自江西；象棋；关注两年制课程规划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6324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26" name="Text 24"/>
          <p:cNvSpPr/>
          <p:nvPr/>
        </p:nvSpPr>
        <p:spPr>
          <a:xfrm>
            <a:off x="3529584" y="32095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樊静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529584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领军工博 · 许斌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29584" y="38679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家乡安庆；爱唱歌爱交流；中共党员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306324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306324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6318504" y="32095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黄峥胜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318504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 · 冯铃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18504" y="38679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来自辽宁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成员介绍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级新生个人介绍（2/2）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" y="1517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王旭佳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0664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许斌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" y="2176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来自北京；足球/音乐/唱歌；大模型后训练与推理 ▸ 文体委员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517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敬珆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29584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 · 东昱晓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9584" y="2176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江西樟树；电影听歌；LLM Agent；中共党员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517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夏浩天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18504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许斌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18504" y="2176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山东东营；足球/音乐/旅行/写作；大模型创意写作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06324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32095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何泽海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40664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唐杰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0664" y="38679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来自哈尔滨；运动/音乐；Agent 与多模态理解；预备党员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63240"/>
            <a:ext cx="64008" cy="1536192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26" name="Text 24"/>
          <p:cNvSpPr/>
          <p:nvPr/>
        </p:nvSpPr>
        <p:spPr>
          <a:xfrm>
            <a:off x="3529584" y="32095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袁琳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529584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唐杰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29584" y="38679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河南周口，来自计23班；游戏/读书/音乐 ▸ 26级新生班长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3063240"/>
            <a:ext cx="26060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3063240"/>
            <a:ext cx="64008" cy="15361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6318504" y="32095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骆科运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318504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唐杰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18504" y="38679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四川自贡；羽毛球/古典与流行音乐；大模型后训练 ▸ 带班副助理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组织生活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八月德育组织生活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3246120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我眼中的研究生第一年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主讲：陈予菲（2025 级）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结合亲身经历，为新生介绍研究生第一年的学习与生活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帮助大家尽快适应科研与生活节奏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776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71600"/>
            <a:ext cx="64008" cy="3246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理论学习分享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084832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深入学习习近平总书记在庆祝中国共产党成立 105 周年大会上的重要讲话精神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学习受表彰的“两优一先”先进事迹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《清华大学树立和践行正确政绩观正反面案例》警示教育（可在自强楼 205 杨波老师处查阅，不外借）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677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答疑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新生问卷中的问题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841248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91056"/>
            <a:ext cx="402336" cy="402336"/>
          </a:xfrm>
          <a:prstGeom prst="ellipse">
            <a:avLst/>
          </a:prstGeom>
          <a:solidFill>
            <a:srgbClr val="EFE3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王浚杰：</a:t>
            </a:r>
            <a:pPr indent="0" marL="0">
              <a:buNone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学硕改专硕后学制缩短、学分似乎没变，两年时间怎么规划？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81381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31720"/>
            <a:ext cx="64008" cy="841248"/>
          </a:xfrm>
          <a:prstGeom prst="rect">
            <a:avLst/>
          </a:prstGeom>
          <a:solidFill>
            <a:srgbClr val="660874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551176"/>
            <a:ext cx="402336" cy="402336"/>
          </a:xfrm>
          <a:prstGeom prst="ellipse">
            <a:avLst/>
          </a:prstGeom>
          <a:solidFill>
            <a:srgbClr val="EFE3F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王旭佳：</a:t>
            </a:r>
            <a:pPr indent="0" marL="0">
              <a:buNone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博士阶段选课规划有哪些建议？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81381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DF0"/>
            </a:solidFill>
            <a:prstDash val="solid"/>
          </a:ln>
          <a:effectLst>
            <a:outerShdw sx="100000" sy="100000" kx="0" ky="0" algn="bl" rotWithShape="0" blurRad="88900" dist="25400" dir="8100000">
              <a:srgbClr val="3F0649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91840"/>
            <a:ext cx="64008" cy="8412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511296"/>
            <a:ext cx="402336" cy="402336"/>
          </a:xfrm>
          <a:prstGeom prst="ellipse">
            <a:avLst/>
          </a:prstGeom>
          <a:solidFill>
            <a:srgbClr val="EFE3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01568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0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樊静：</a:t>
            </a:r>
            <a:pPr indent="0" marL="0">
              <a:buNone/>
            </a:pPr>
            <a:r>
              <a:rPr lang="en-US" sz="1250" dirty="0">
                <a:solidFill>
                  <a:srgbClr val="2B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工作多年后重返校园，学业上有些生疏，如何重新适应？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370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6D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现场自由提问：科研、课程、生活、组织关系……任何问题都欢迎提出 🙋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F06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828800"/>
            <a:ext cx="4389120" cy="4389120"/>
          </a:xfrm>
          <a:prstGeom prst="ellipse">
            <a:avLst/>
          </a:prstGeom>
          <a:solidFill>
            <a:srgbClr val="6608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383280"/>
            <a:ext cx="2926080" cy="2926080"/>
          </a:xfrm>
          <a:prstGeom prst="ellipse">
            <a:avLst/>
          </a:prstGeom>
          <a:solidFill>
            <a:srgbClr val="660874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欢迎加入五三大家庭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同心致远 ｜ 向新而行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B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班级主页：dujh22.github.io/THUCS53 ｜ 带班助理：杜晋华 17812185508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2026级计研五三新生班会</dc:title>
  <dc:subject>PptxGenJS Presentation</dc:subject>
  <dc:creator>杜晋华</dc:creator>
  <cp:lastModifiedBy>杜晋华</cp:lastModifiedBy>
  <cp:revision>1</cp:revision>
  <dcterms:created xsi:type="dcterms:W3CDTF">2026-08-29T07:03:40Z</dcterms:created>
  <dcterms:modified xsi:type="dcterms:W3CDTF">2026-08-29T07:03:40Z</dcterms:modified>
</cp:coreProperties>
</file>